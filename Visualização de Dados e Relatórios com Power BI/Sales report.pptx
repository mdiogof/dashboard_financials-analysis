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2A86CD9A.xml" ContentType="application/vnd.ms-powerpoint.comments+xml"/>
  <Override PartName="/ppt/webextensions/webextension1.xml" ContentType="application/vnd.ms-office.webextension+xml"/>
  <Override PartName="/ppt/webextensions/webextension2.xml" ContentType="application/vnd.ms-office.webextension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45BD98-A39B-DD90-730A-3DE9D59A3E26}" name="Diogo Melo Ferraz" initials="DM" userId="5171c38e4d4f9c0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2A86CD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01A830-C3A8-4C2D-936F-76938C4FC5D9}" authorId="{6345BD98-A39B-DD90-730A-3DE9D59A3E26}" created="2026-02-06T18:18:51.699">
    <pc:sldMkLst xmlns:pc="http://schemas.microsoft.com/office/powerpoint/2013/main/command">
      <pc:docMk/>
      <pc:sldMk cId="713477530" sldId="256"/>
    </pc:sldMkLst>
    <p188:txBody>
      <a:bodyPr/>
      <a:lstStyle/>
      <a:p>
        <a:r>
          <a:rPr lang="pt-BR"/>
          <a:t>A seta de navegação pelas páginas continua funcional, ou seja, os slides estão redundantes. Essa escolha de duplicação consiste na maior facilidade de visualização de ambas as páginas do relatório.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AB08B-5873-C40C-0143-86A060BFF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5335B8-FBF6-CD51-2AF3-BBB992EA7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8AD5D7-B85A-EF1F-5C19-70176D5A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AEDF6F-0205-1A01-4529-614AA4A59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EE4339-B71B-ACF6-4143-77B2B43C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85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A8343-754F-5273-3D34-DF6E15A6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CFF42A-708E-8659-CA61-ACD7B182D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DF4AB1-9DD8-69C0-2B36-32179189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54DCF3-581D-878B-C939-E8E91CFA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3E68AC-F44C-106C-A732-F0C6543E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99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3EE98-7D05-949D-FD42-F9667E57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F89D40-D41A-5A61-BA63-164DEA9D6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788FA8-9B23-7325-B55E-46A365A9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9591E5-976B-FB01-0F2D-21483246E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494649-391B-583C-E708-6CFBBE95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52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AB3C7-76E3-BC76-FB27-5B73B353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9DF394-19C7-9A15-F03D-3D14B009F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3C0A9E-DFE9-5CD7-3580-24A8CB1DD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627166-0A4C-CAF2-DB1E-F3336056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F44925-33A5-2A58-D109-9970CA52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EAD64B-76AB-AE92-13B6-8B33374C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1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5FC1E-0860-CCD9-9A19-C0CBFE2B2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07B734-C2A3-3824-8181-67DBC0547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421BE6-C633-71BC-C92B-9793F88C0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38C86D-16C9-4E4A-E317-87114D658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DF6221-0AA3-1FF8-3EDB-AC9C6D878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AC844C-D9F5-EB7C-0B07-68C6866FA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5A20B5E-229E-FDDB-CDEF-7A343B14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5D0A946-EA0E-3B5B-10D2-E8EF7FEA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2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78627-75F5-7C2D-3D3B-E01FA8DC6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27EC0F-6F43-A365-1078-AE00A004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C214D7-0A80-95AC-5173-F79714581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8565F9-96EF-E4FA-389B-5FCF5339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85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2283CD-E03D-B472-8032-C5580D60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097AC84-4A8E-658A-D546-20E2F1D79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E50A27-2B75-1C20-EFA9-B9FDEC9A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35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DA4BC-A655-D6D1-011D-EA75F73C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0F7D7-D7B2-C961-DEE4-F69AD5629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1B60F6-BE55-B38B-BBDF-9959AFA4F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2CA235-55C6-E839-EBE5-EBAAD266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2C60E1-0260-78A6-F1B7-5F600ADC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693962-3620-850A-7EB7-806034CD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12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71C3E-C6F5-EB6D-9057-F660F7D4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E5E822C-9ACC-61CE-E2F0-DC38910A6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F7A0DD-1BAB-9507-4958-92AFAA21B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0DE06-34CF-BA11-187C-5A43DA53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10489-E2D8-2E37-255C-695D378A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29E81F-542E-F3A3-36BA-FFF7F395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2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D285C-A62B-1BB1-D497-3041DEEE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4099FD-7AE6-0B70-20D3-7256CE804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0EB434-3F41-D49A-D24C-22BFEF1D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CF494B-B116-50FE-BF90-F100966B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7C3D45-6DBF-8FE3-7412-D4B75061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026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BECBA7-4ADB-47A9-CAD9-B34646BCF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2F7358-4EA1-0B8C-7982-2F3B88AD6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643549-E7F3-53BB-9868-8D9467AF2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EB5B0-3BBF-CDB0-E3E8-39D898F2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CBC7C4-9FC1-7B0F-C739-6DFB7F3F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0834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01F1BC1-2AD4-7C7A-FB18-4C715A56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4A8A55-23E6-2B57-AF7F-6A8DE6C8D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9A5CF4-EFED-BCFB-BC4A-819E58D3E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2336B-982F-4D39-8895-BD0088CC1015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848B5-1570-A6E2-25CD-22CBA7237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6255BA-E8F0-214E-2FAA-5AEBAC583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08231-9DC8-4732-B90E-596D4848E6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67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microsoft.com/office/2018/10/relationships/comments" Target="../comments/modernComment_100_2A86CD9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54D91BDD-1BAB-EBAD-6449-54D2B49EE36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54D91BDD-1BAB-EBAD-6449-54D2B49EE3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34775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6DC82A7C-C992-A0F3-8B44-6BCB833206B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33500" y="571499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6DC82A7C-C992-A0F3-8B44-6BCB833206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3500" y="571499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90833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F0585272-4961-4C1B-B98F-3686E0424811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69960DEB-4177-472B-BA8B-BD0BF370BF17&quot;"/>
    <we:property name="reportUrl" value="&quot;/groups/me/reports/9675cc78-7fee-4c1c-9f72-5a55ee86bd71/02624352cbafa43c2210?bookmarkGuid=1e4039d2-9c24-4d30-8d12-3ab147c5cfe5&amp;bookmarkUsage=1&amp;ctid=59d4f249-0520-46cf-b6b2-873d5da543fe&amp;fromEntryPoint=export&amp;pbi_source=storytelling_addin&quot;"/>
    <we:property name="reportName" value="&quot;Sales report&quot;"/>
    <we:property name="reportState" value="&quot;CONNECTED&quot;"/>
    <we:property name="embedUrl" value="&quot;/reportEmbed?reportId=9675cc78-7fee-4c1c-9f72-5a55ee86bd71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02624352cbafa43c2210&quot;"/>
    <we:property name="pageDisplayName" value="&quot;Página 1&quot;"/>
    <we:property name="datasetId" value="&quot;6bf7d2e1-05cd-4db9-b70f-b986d5fe3217&quot;"/>
    <we:property name="backgroundColor" value="&quot;#FFFFFF&quot;"/>
    <we:property name="bookmark" value="&quot;H4sIAAAAAAAAA+1aS2/bRhD+K4YuuRjFvh+5xU6aFkjboG5zKXKY3Z2VGdCkSlKOXcN/qH+jf6xDUnHiJx3GbYzYB0Hi7mp23vPNSCeLVLSrEo5/hgNcPF38WKUiQqqbLb3YXlTjYhAig1csaOZVQgAtFe3Wq66oq3bx9GTRQbPE7k3RrqHsKdHiH2+3F1CWr2HZP2UoW9xerLBp6wrK4i8cD9NW16zxdHuBR6uybqAnuddBhz3ZQzpOz8QC/07SjRC74hD3MHbjKhNGKKlFDJBBySgEZ3SsHQ8MnF15pCc9XL9bVx0UFV3Tr5nIhEqCpYTaKmZ4MKpfb4tqWW4Y/vjd345XvXLafaB30kZ4R9f2dE5PSRwN6EF6AQgxCAyexzSXFmMmcmmD1Ywr4RXJEmbzhRE12S8Hy1AzhVLESVrFAVnxMi2lneRWmqR5zFnExGSepNXhURfqo8vUuLDaugRKMatROhfMbI2BMNwYrQIiWdRmpNdsjQWVUyLWVAaRpYmWT2vsGlrJWg8mZK6i0ElRXFmcS4vbqCQwlAqSDsQZ+fZcWsEzT2ICaSw6Y5mDMERJLspuExzh+MXRqqG4pmgfaT1Lh1BFTIsheBtsx1g9WTxbLhtcQrd5fHFuc7cu1wdXrO/V6ybirzjY6UXVFd0x3ZGLiu4o+kTR8/m6qSmFDDsvm7ptt/agxHHr+3W1SQusf9yv3+82SHkk9QtvaeVGvURo0mbrnHLooUnY7BwPgj8vmg+5R2xf4P/rC01S9nmUJxZNigYD41nklLO756bc/eXl3sOx4dXSjsYTgoVsfXLeOgEaBZPhnhvvedHGel11DygKbxB5NKNVxgYfZPBWOSmF41ndczM+sER6YwpNLgifYgbHnY5RMK3jPTff71XRUWGoy/RwbHiTzKMhXbSURBEpCLW2GnjWejbcAmU4NRLZAiNsSsDNT4Pwa8FuJCxvhFTGoM0uJ26Emw12uaeWBRIivTjX1PD42bSYCE4acNQwMZkCgUI+u21R0nqHzCcjADyC1bNBOGcYYwq9KYWgjBqknK0vLohM9iYKK1GJCIz5yfDepehZ1g01x+WlCP+hwAaauH/8Cg+xvOzYZ/uXtz648xtoirH3HYJgZnBsmvgzYovzZavvqvtjn/Cz+fznuoCthFsJOhhJbURZ/PTP3+PC+RyyfU/y3l2VLaCzu/vQdBcz3jhyoBvffTJU2DjDmAcfgPXfjvHsHYsuUxoMwmaJ2XN+z8viLd1j+1ZhfldM0ce0jt0VUTVdmct1S7rGtAPNle56rwr0tSDrNmF199oevTgpa3VywjEVVeBBS58fvXhGG9t3QGSrGV58AKvPT7N3z/fGH1xyTkVttBYCkzFZTM9Lvq6Cv7Xi2zWIt/WJl029Xv1nDrH94eeQ/rsHdeq52y9SwmoxOEvWPuSQDbWGGbIRJiczCUNh4H5n3XVDTb44eqVM5EM0TJgA1iotbzGqvmYgT31qDBYBMOlgqFDnND0SvrZHcdmalKnnkUJqFTwYOz2M+j8i4wzKfKaftWURsTkn6OIAm+UAuHrwMwiyGi8qsP3oBCeDJP37q4JkH2m/gXLdk32yg917xOpJ7yObzvOaOswv1uE7Vsm1pXXgtb3TuNlcucmiWRuThPTJcu2VyUbqx6o6gylcHmA1Cxumulp3j6DwM9U8nfNTUJTsFWfGZu+0Ns7f99/GvjXXfmx7vsjDh6GXsUkpsEJA0NznmBh8IXLxAjkhA4xOKSWijkJO/zB+M0mXOciUWOQZbOrxlZz+D8DNJJPRNkYeLbIco3EBzPR0dAKyeZFElKCSTiIrgoNqeqx8E8mB6lWgpF537QoivoYKrwAnFKhQJUwTAGX4880ZODk9/RcMYUqE9SMAAA==&quot;"/>
    <we:property name="initialStateBookmark" value="&quot;H4sIAAAAAAAAA+1ayW7cRhD9FWEuvghB74tvkuw4gVdYiS+BEVR3V49oUOSE5ChWBP1QfiM/liI5XmQtlGklFiwfBjO9THXt9arJk0Uq2lUJx8/gEBf3Fz9XqYiQ6mZLL7YX1Ti5+/z546c7Lx///mzn6UOarlddUVft4v7JooNmid2rol1D2ZOgyd9eby+gLF/Ash9lKFvcXqywaesKyuIvHDfTUtes8XR7gW9XZd1AT3K/gw57ske0ncZ0Nv9B0okQu+II9zF24ywTRiipRQyQQckoBGe0rR03DJxduKUnPRy/V1cdFBUd08+ZyIRKgqWE2ipmeDCqn2+LalluGP7w31+OV71W2gOgb9JGeEPH9nROT0kcDehBegEIMQgMnsc0lxZjJnJpg9WMK+EVyRJm84URtZYqB8tQM4VSxElaxSFZ8TwtpZ3kVpqkecxZxMRknqTV4dsu1G/PU+PCausSKMWsRulcMLM1BsJwY7QKiGRRm5E+szUWVE6JWFMZRJYmWj6tsUtoJWs9mJC5ikInJUS2OJcWt1FJYCgVJB2IM/LtubSCZ57EBNJYdMYyB2GIklyU3SY4wvHDt6uG4pqifaS1k46gipgWQ/A22I6xerLYWS4bXEK3GT48s7hXl+vDC+b363UT8SUOdnpYdUV3TGfkoqIzij5R9Hy+aGpKIcPKo6Zu2619KHFc+nFdbdIC64cH9Z97DVIeSf3Ea5q5Ui8RmrRZOqMcGjQJm93jQfAHRfMu94jtT/j/+kKTlH0e5YlFk6LBwHgWOeXsbrkp954/2r87NrxY2tF4QrCQrU/OWydAo2Ay3HLjPSjaWK+r7g5F4RUij2a0ytjggwzeKielcDyrW27GO5ZIr0yhyQXhU8zguNMxCqZ1vOXm+7UqOioMdZnujg2vknk0pIuWkigiBaHWVgPPWs+GW6AMp0YiW2CETQm4+WkQfinYjYTljZDKGLTZ5cSNcLPBLvfUskBCpA/nmhoeP5sWE8FJA44aJiZTIFDIZ7ctSlrvkPlkBIBHsHo2COcMY0yhN6UQlFGDlLP1xQWRyd5EYSUqEYExPxneexQ9y7qhrrg8F+E/FdhAEw+On+ARlucd+/36+aV37vwKmmLsfYcgmBkcm+79PbHF2bLVd9X9to/42fz+Y13AVsKtBB2MpDaiLJ7+8/c4cTaHbN+SvHdTZQto794BNN2nGW+8cqAT33x0qbBxhjEP3gHrvx7j2TsWXaY0GITNErPn/JaXxWu6x/a1wvymmKKfaR27C6JqujKX65Z0jWkXmgvd9VYV6EtB1nXC6ua1PXpxUtbq5IRjKqrAg5Y+f/fiGW1s3wGRrWZ48SGsPj/N3jzfG39wyTkVtdFaCEzGZDF9X/J1FfytFd+uQbyuTzxq6vXqP3OI7XfPQfr/Htap5+6gSAmrxeAsWfuQQzbUGmbIRpiczCQMhYH73XXXDTX506tXykQ+RMOECWCt0vIaV9WXXMhTnxqDRQBMOhgq1DlNXwlf2qO4bE3K1PNIIbUKHoydvoz6PyLjPZT5TD9ryyJic0bQxSE2ywFw9eBnEGQ1HlRg+8EJTgZJ+u8nBck+0n4F5bone28Xuz8Rq3u9j2w6z0vqMP+0Dt+wSi4trQOv7Y3GzebITRbN2pgkpE+Wa69MNlJ/r6ozmMLlIVazsGGqq3X3HRR+ppqnc34KipK94szY7J3Wxvnb/mzsW3Pt723PF3n4cOllbFIKrBAQNPc5JgZfiFy8QE7IAKNTSomoo5DTD8avJukyB5kSizyDTT2+ktPvAFxNMhltY+TRIssxGhfATN+OTkA2L5KIElTSSWRFcFBNXytfRXKgehEoqdddu4KIL6DCC8AJBSpUCdMEQBlevhmTGbFUhHIK0fSv5LwHM6en/wLel9O6HiQAAA==&quot;"/>
    <we:property name="isFiltersActionButtonVisible" value="true"/>
    <we:property name="isVisualContainerHeaderHidden" value="false"/>
    <we:property name="reportEmbeddedTime" value="&quot;2026-02-06T18:16:01.585Z&quot;"/>
    <we:property name="creatorTenantId" value="&quot;59d4f249-0520-46cf-b6b2-873d5da543fe&quot;"/>
    <we:property name="creatorUserId" value="&quot;10032003F1CA34DC&quot;"/>
    <we:property name="creatorSessionId" value="&quot;469550e2-dcb5-481f-bff6-6b2795ad19e2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1FB810D-56D8-4CC1-B7AD-7A408EE2560B}">
  <we:reference id="wa200003233" version="2.0.0.3" store="pt-BR" storeType="OMEX"/>
  <we:alternateReferences>
    <we:reference id="WA200003233" version="2.0.0.3" store="WA200003233" storeType="OMEX"/>
  </we:alternateReferences>
  <we:properties>
    <we:property name="pptInsertionSessionID" value="&quot;69960DEB-4177-472B-BA8B-BD0BF370BF17&quot;"/>
    <we:property name="reportUrl" value="&quot;/groups/me/reports/9675cc78-7fee-4c1c-9f72-5a55ee86bd71/81c3fbcd12acf0da047e?bookmarkGuid=bf61e1e2-9b23-447d-8d27-e10fcb076c65&amp;bookmarkUsage=1&amp;ctid=59d4f249-0520-46cf-b6b2-873d5da543fe&amp;fromEntryPoint=export&amp;pbi_source=storytelling_addin&quot;"/>
    <we:property name="reportName" value="&quot;Sales report&quot;"/>
    <we:property name="reportState" value="&quot;CONNECTED&quot;"/>
    <we:property name="embedUrl" value="&quot;/reportEmbed?reportId=9675cc78-7fee-4c1c-9f72-5a55ee86bd71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81c3fbcd12acf0da047e&quot;"/>
    <we:property name="pageDisplayName" value="&quot;Página 2&quot;"/>
    <we:property name="datasetId" value="&quot;6bf7d2e1-05cd-4db9-b70f-b986d5fe3217&quot;"/>
    <we:property name="backgroundColor" value="&quot;#FFFFFF&quot;"/>
    <we:property name="bookmark" value="&quot;H4sIAAAAAAAAA+1YWW/cOAz+K4Wfp4FkyZbdt3aaPbDBImiCviyCBS1RExUe25XtNLNF/nspeSbNMWmy3gvI9skSxSE/UhSP+ZwY13c1bH6FNSavkp8b4zSY1r/IkkXSTEQhKlBcppBJkTHgQkJFp203uLbpk1efkwH8Cof3rh+hDpKI+NvZIoG6PoZV2Fmoe1wkHfq+baB2f+DETEeDH/FqkeBlV7cegsiTAQYMYi+InfYEgR8I0gh6cBd4gnqYqAXXwlba8BS0ZQaYVEhs/cQQke1lCaKj+mXbDOAaUhNoIi2lyKGADDUrlRW5soHeu2ZVbwF//e3ppgvOcWuyMHij+kBqg5yrKzInxZKXvMK00kWRS51zZI/K6s+h2yNLK5tyq0RG38wqK7Hic2WZUoGSEozOK1ZyDTp73MYBL4eqvbwvTViVGaEViiIVZSWZyOVcZFxaVlkjma1SKTEX3MyWBbywZckLstaYtEizVJlHZUGMmjfjMFBw3ROpMEeZclVWQhiecQsimwuvqACzCkDlwGwQa9N0/iVQcFecC8utrkoorKbAnYsMtRCgRAqsopcuWW7N7LClV1cJtJlCQC1ZKjjAXFmywDRV5DajMqa5LCkHzX4Cmcy5VgXLhZW2LArBZt+kRlOVyMBgYSBPy7xUMWitq4dtVqk2h5edp4RIaXKS9dpcQEO/TGLW89hPSe5z8nq18riCYbs9vHW4bOtxvYd+0o5e4zuMz/iwGdywIR3WNaTDhQwbcB77lnJvPKGldUOk/jA221TKwva8/bT0SLnXBMLicbw/OfTg9fnmCC+wvg/t+vz+0Q7Qe/BuSvrRjJnmbavXtbDklsVvQzkJbDfwbNcfRwcvDL4wMMAkamtK8rppk285ZUmkVeupWtb3/PJ3XdWyHZvBb/bgOCPKN+PVoG7XXdu74I5Tjzu+WxFMG2/Qv9nE6Hzr/K6y8sVDN/lsb/rqbNdfkLwPNzoIAllTj7B10vN3xOKfiN+zqcODpt/1d310p2/ruLrhZbqHOgCaGD6O6DekMTJ91XQQDDy4Nv5gj2kHwRwS5noyp4auDy8nNJtEMhjB/4KbScufM/iopUcfAJxCVePvhS4ENZfiJdOZfClRwcuCpTmtJKfeQ4ApzF3PTK6O6I5d0+ygBec/ZPHOmQ+YdFsOMfm2HQLsnbHvoR6Dr5uxrqlwnbvaeGyi+XdZiHTkqH5NeSVSCXPKuDjaoT5tV5R8rtWFGyYLswI0tzw1WcEUdV+VrPDZlcN/I/PT0ox6mJP534EBvzwHP3BJjQ4v81xlUj0x86d3M/9/eglTVKmSY1XmUFleMsnDZJB/j6oZqE5wtaaXPieqBmoh1tDdjaK9FfNH347djLz6FOBn05hCAwqnEZZBXhZAc3qa6v9VRDznNuTUuzX2FHBz4vQTcXoLdR0z4JPCdevn59/f3XTs9I60VlyXzEhWCCoTKs/gL4yvz9l3+8fBR8Nxee50jcNJ7TR6qsdFlpXUGolMfp/EHp7Erq5idH71T7JGv4pA23HoO9B4DA1GX3WTToeRL84YBs127cN3Tysb/45Oopqo7AuNj3XcBxcAAA==&quot;"/>
    <we:property name="initialStateBookmark" value="&quot;H4sIAAAAAAAAA+1Y227bOBD9lULPbkCKlCj1LXWzFzRtgyboyyIoRuTQYSFLLiWl8Qb59x1SdpqL03S1NyDbJ5PD0Zkzw+Fw6MvEuG5Vw/otLDF5kfzaGKfBtP5ZlsySZhS+fPfu9Zv9968/vt1/c0DidtW7tumSF5dJD36B/QfXDVAHCBL+djpLoK6PYBFmFuoOZ8kKfdc2ULvfcVSmpd4PeDVL8GJVtx4C5HEPPQbYc1KnOdnme4Isgu7dOR6j7kdpwbWwlTY8BW2ZASYVklo3KkRmO1UCdDQ/b5seXENmgkykpRQ5FJChZqWyIlc2yDvXLOoN4a/fnqxXISpuSR6GaFSfyGzAuboid1IseckrTCtdFLnUOUf2KFZ3BqsdWFrZlFslMvrNrLISKz4Vy5QKlJRgdF6xkmvQ2eM+9njRV+3FfTRhVWaEViiKVJSVZCKXU5lxaVlljWS2SqXEXHAzGQt4YcuSF+StMWmRZqkyj2JBzJqXQ99Tct2DVJijTLkqKyEMz7gFkU2lV1SAWQWgcmA2wNo0nb4JlNwV58Jyq6sSCqspcacyQy0EKJECqzIGkuXWTE5bOnWVQJspBNSSpYIDTMWSBaaporAZlTHNZSnkZCyTyZxrVbBcWGnLohBs8k5qNFWJDAwWBvK0zEsVk9a6ut9UlWp9cLHyVBCpTI5Y++YcGvoyiVXPYzcWuctkf7HwuIB+Mz24tThv62G5Q37cDl7je4zH+KDpXb8mG9Y1ZMOFCht4HvmWam9coaF1fZT+NDSbUsrC9Kz9MvdItdcEwexxvr849OD12foQz7G+T+16/f7SltAH8G4s+tGNie5trq1rsOSWx6/CdRLUbvDZjD8PDp4ZfGaghxFq40qy37TJt4IyJ9Gi9XRN1vfi8ndt1bwdmt6vd/A4Jck389WgbpertnMhHCcet3q3Mpgm3qB/uY7Z+cr57c3KZw/t5JPd6avTbX9BeJ9udBBEsqYeYROkpx+I2T+Rv6djhwdNt+3vuhhO39ZxdCPKtA91IDQqfB7Qr8liVPpqaS84uHft/N4O1/aCOwTmOnKnhlUXTk5oNklkMJJ/jevRyp9z+LClQx8InEBV48dCF4KaS/Gc6Uw+l6jgecHSnEaSU+8hwBTmbmTGUEd2R65pttRC8B/yeBvMB1y6jUNKvm37QHvr7AeohxDrZqhrurjOXG08NtH9uyokOnR0f411JUqJc8q4ONyyPmkXVHyuzYUdJg+zAjS3PDVZwRR1X5Ws8Mldh/9G5aehGXQ/pfK/BwN+fga+55IaHV7mucqk+s7Kn96t/P/pJoxZpUqOVZlDZXnJJA8vg/xHVk1gdYyLJZ30KVnVUwuxhNXdLNp5Y/7s22E1oa5+D/HT8ZlCDxROT1gGeVkAvdPTVP+vMuIptyEn3i2xo4SbkqdfSNNbqOtYAb8rXTdxfvr93c3AjudIa8V1yYxkhaBrQuUZ/IXn61OO3e7n4KPpOD9zusb+uHYaPd3HRZaV1BqJTP54iT38Eru6itn5NT7JEv0iEm2HvluBxiNoMMZqNdp0GPXiG8Og2Yx9+N3Rysa/o5NohLbLURf/yAehy00irUjuD6Y/I5AwFwAA&quot;"/>
    <we:property name="isFiltersActionButtonVisible" value="true"/>
    <we:property name="isVisualContainerHeaderHidden" value="false"/>
    <we:property name="reportEmbeddedTime" value="&quot;2026-02-06T18:16:41.772Z&quot;"/>
    <we:property name="creatorTenantId" value="&quot;59d4f249-0520-46cf-b6b2-873d5da543fe&quot;"/>
    <we:property name="creatorUserId" value="&quot;10032003F1CA34DC&quot;"/>
    <we:property name="creatorSessionId" value="&quot;8e7b457b-db75-474e-85fb-c4011d2e2aed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Diogo Melo Ferraz</dc:creator>
  <cp:lastModifiedBy>Diogo Melo Ferraz</cp:lastModifiedBy>
  <cp:revision>1</cp:revision>
  <dcterms:created xsi:type="dcterms:W3CDTF">2026-02-06T18:15:06Z</dcterms:created>
  <dcterms:modified xsi:type="dcterms:W3CDTF">2026-02-06T18:19:25Z</dcterms:modified>
</cp:coreProperties>
</file>