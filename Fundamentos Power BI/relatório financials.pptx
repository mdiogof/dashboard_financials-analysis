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69" d="100"/>
          <a:sy n="69" d="100"/>
        </p:scale>
        <p:origin x="7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 title="Microsoft Power BI">
                <a:extLst>
                  <a:ext uri="{FF2B5EF4-FFF2-40B4-BE49-F238E27FC236}">
                    <a16:creationId xmlns:a16="http://schemas.microsoft.com/office/drawing/2014/main" id="{AB242F13-5A7A-F2B1-EA53-3DD7240E82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3500" y="571499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Suplemento 1" title="Microsoft Power BI">
                <a:extLst>
                  <a:ext uri="{FF2B5EF4-FFF2-40B4-BE49-F238E27FC236}">
                    <a16:creationId xmlns:a16="http://schemas.microsoft.com/office/drawing/2014/main" id="{AB242F13-5A7A-F2B1-EA53-3DD7240E82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3500" y="571499"/>
                <a:ext cx="9525000" cy="57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330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 title="Microsoft Power BI">
                <a:extLst>
                  <a:ext uri="{FF2B5EF4-FFF2-40B4-BE49-F238E27FC236}">
                    <a16:creationId xmlns:a16="http://schemas.microsoft.com/office/drawing/2014/main" id="{CB23665F-743F-8B02-DD8C-2E3B38A229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3500" y="571499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Suplemento 1" title="Microsoft Power BI">
                <a:extLst>
                  <a:ext uri="{FF2B5EF4-FFF2-40B4-BE49-F238E27FC236}">
                    <a16:creationId xmlns:a16="http://schemas.microsoft.com/office/drawing/2014/main" id="{CB23665F-743F-8B02-DD8C-2E3B38A22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3500" y="571499"/>
                <a:ext cx="9525000" cy="57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22293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fe1a94a3-f056-4806-ba3d-1aef23049d30}">
  <we:reference id="WA200003233" version="2.0.0.3" store="pt-BR" storeType="OMEX"/>
  <we:alternateReferences/>
  <we:properties>
    <we:property name="Microsoft.Office.CampaignId" value="&quot;none&quot;"/>
    <we:property name="reportUrl" value="&quot;/groups/me/reports/9f164b44-f5ca-47f3-9b03-659bbf0a9e3d/175591d7ff0f3a727243?bookmarkGuid=cea4d98d-24a0-445b-898b-96e787f3e053&amp;bookmarkUsage=1&amp;ctid=59d4f249-0520-46cf-b6b2-873d5da543fe&amp;fromEntryPoint=export&quot;"/>
    <we:property name="reportState" value="&quot;CONNECTED&quot;"/>
    <we:property name="artifactViewState" value="&quot;live&quot;"/>
    <we:property name="reportEmbeddedTime" value="&quot;2026-02-05T00:13:18.066Z&quot;"/>
    <we:property name="creatorSessionId" value="&quot;e477d20a-de41-45af-b69f-3b7cb32d29b2&quot;"/>
    <we:property name="creatorUserId" value="&quot;10032003F1CA34DC&quot;"/>
    <we:property name="creatorTenantId" value="&quot;59d4f249-0520-46cf-b6b2-873d5da543fe&quot;"/>
    <we:property name="pageDisplayName" value="&quot;Página 1&quot;"/>
    <we:property name="pageName" value="&quot;175591d7ff0f3a727243&quot;"/>
    <we:property name="reportName" value="&quot;relatório financials&quot;"/>
    <we:property name="isVisualContainerHeaderHidden" value="false"/>
    <we:property name="isFiltersActionButtonVisible" value="true"/>
    <we:property name="initialStateBookmark" value="&quot;H4sIAAAAAAAAA+1YUU/jOBD+Kygv+1KqJE1Iy1spoEPALqIr7uGEVo49Sb1y46zjcPRQ/9D9jftjN7aTsi2Fsj3u0FX7UCkdj+1vvvk8GefBY7wqBZl9JFPwDr2zgnFKmFR7gdfxCmc8+vTp/HJ4ff7l4/DyBM2y1FwWlXf44GmictA3vKqJMEug8bfbjkeEuCK5+ZcRUUHHK0FVsiCC/wHOGYe0qmHe8eC+FFIRs+RYEw1m2Tt0x/+4d9Dt4Y6Ean4HY6C6sSZxPAhYkmV+1iNJmISRcaucg0W21sUsbbcfyUITXuA2xpaRKGTED1l4EMQpoyxNQ2vnQjcu6ezkvlQYHcY8Kw0rI8SaS4V0Cc9GoaByoB+8kRT11D6dLNnHslYUriGzQ4XmeoYrZbwgBeWGlDkScqUk0mVH8JHVVFvzRP4+UoCbMu/Qn3cWOIbsDmejdRXEMM8V5EQ3f0/+FYRjIsAZT+uiSY//FO4tWipe5KJJ/2MmPrsoSg6jCVHayCv9ink0rOMkqRioo5kl/pirVgFhZwX3ewY7v20Vir5fv9NgIxGH/u01cTs3Q9SPaBhHLB6Anw3ihNF+9lO8r87n3hWyACtJDbZQMEHf/4eEnwv5fXUcJUkISQL9KCVBlkY9FkQbdfz++nlF8ev8p8duDPkUii2P3S8cFFF0MruAOxBPwSzGnw61EG6I4u5tboFvGVDTjywW85ZiPDZ9gnH7Dk/z/K3mZI/BHiOauKWaULxhIV8k5aXk7DIvl3/9Wa0hZmPBo6Ku8GQCc8pdW/s2l5NdZrZR3G4H2cjHFfFe0O/H/Z6f0D5kqR+zMAu2L+K7TNvPavS21agS2NOopfrjTQFvp+YhB7zqmUkoutIB5FA9CnP56aa9fWKLdqrk1E5rQjXJWLBxITE7JsrPJBXwBa+PB2kPwv0kDYL9KIyi/YFP4v3ooEcHWZamtE9xugPsm27r1wnWz6arwpt3262crbQB1esbrzadCHSlL3CCw01viKjtRR3XvODaEfPgzOgX+kF0YTzNiTY/M8fkaQ17U8ksv2BP9NrlPhyRitMP3nzulnvmnbAAtdvqbpJgrm2EToCdWtEdu28wZxqmjgLODK6K4mZnzDWH0xJhVG2r2P4754U5HmaDTP94F7mNgNfKquNd83yin9FAKyn7ilj+4GSGPKMwlBApqvYjkKNBSWGfWnWgmzBEutFvNagZRmQ9HlPXNfF0F0nrrklJ14DGxXiFdAlSVqbGmM9RaGJgyTmH2Q+curcn1KK74kXRQjOvhn8QsS2rz4S8vA86KSltKlsy2sNZ1EI0hzgO44M0zQi+6UkSBX4PY7GafalGa7jXqbxfbhIbWawr27LWVUkoXJEC1lQfKxkGbEMFsp8gPbsJouGYlw0TDA2LejWf/w3eQAHWJBUAAA==&quot;"/>
    <we:property name="bookmark" value="&quot;H4sIAAAAAAAAA+1YzW7jNhB+lUCXvTiGJEuRnVvWSdBg08JYL9JDERQUOZK5oEUtSaVxA7/QvkZfrENSctaO87Nu2qDGHgzQwxH5zTcfR0PdBYzrWpDFL2QOwXFwUTFOCZPqIAp6QeWNQ1ZANmRxnEUhGyR5nBUpzsracFnp4PguMESVYK64boiwK6Hxt+teQISYkNL+K4jQ0AtqUFpWRPA/wTvjlFENLHsB3NZCKmKXnBpiwC57g+74HyFE/QHuSKjhNzAFalprlqajiGVFERYDksVZnFg37R0csq0udmm3/VhWhvAKt7G2giQxI2HM4qMozRlleR47OxemdckXZ7e1wugw5kVtyRkj1lIqZE0ELgoF2oO+C8ZSNHM3OluzT2WjKHyEwk1VhpsFrlTwilSUW1KWSMhESaTLzeCQNdQ480z+MVaAm7LgOFz2VjhO2A0+jdZNECdlqaAkpv179q8gnBIB3njeVG16wodwr9GieVWKNv33mfjko6g5jGdEGSuv/DPm0bKOD0nFQL1fOOJPueoUEPc2cL9lsMvrTqHo+/kbDbYS8ehfXxPXSztFw4TGacLSEYTFKM0YHRY/xPvifB5MkAXYSGq0g4IJ+v4/JPxYyG+r4yTLYsgyGCY5iYo8GbAoeVbHb6+fFxS/3n967KZQzqHa8dj9xEERRWeLS7gB8RDMav7hVAfhiiju3+YO+I4BtW3JarFgLcZT2ydYt2/wtOMvDScHDA4YMcQv1YYSnFTySVKeSs4+8/LzX1/1FmKeLXhUNBpPJjCv3K217/lyss/Mtorb7yBb+fgiPoiGw3Q4CDM6hCIPUxYX0e5FfJ9p+1GNXrcaaYE9jVqrP8Ec8HZqByXgVc8+hKKrPUAO+l6Y66Or7vaJLdq5knP3WBuqTcaKjUuJ2bFRfiK5gN/x+niUDyA+zPIoOkziJDkchSQ9TI4GdFQUeU6HFB/3gEPbbf06w/rZdlV4Ae+6lYuNNkC/vPHq0olAN/oCLzjc9IqIxl3Ucc1Lbjwxd96MfnEYJZfW055o+7PP2DxtYW8umeMX3Ineuty790Rz+i5YLv1yj7wTVqD2W91tEuy1jdAZsHMnulP/KebCwNxTwJnFpSludsF8czivEYbuWsXu3wde2eNhNyjM93eRuwh4q6x6wUdezswjGugk5V4R69+d7FRgFYYSIpXuPgJ5GpQUbtSpA92EJdLPfmlALTAi53Gfur6Np79KWn9LSvoWNC7GNdIlSK1tjbGfo9DEwJHzARbfcepen1CHbsKrqoNmXw3/IGJXVh8JeX0fdFJSulR2ZHSHs2qEaA9xGqdHeV4QfNOTLInCAcbiNPtUjTZwa3J5u94ktrLYVrZlY3RNKExIBVuqj5MMA/ZMBXKfIFf1Z7n8G8DcQSz7FAAA&quot;"/>
    <we:property name="datasetId" value="&quot;9eccced9-02ce-4782-8adc-d63cca8aef2a&quot;"/>
    <we:property name="embedUrl" value="&quot;/reportEmbed?reportId=9f164b44-f5ca-47f3-9b03-659bbf0a9e3d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71FD917-3472-41F1-88B0-4EEB6E1A230D}">
  <we:reference id="wa200003233" version="2.0.0.3" store="pt-BR" storeType="OMEX"/>
  <we:alternateReferences>
    <we:reference id="WA200003233" version="2.0.0.3" store="WA200003233" storeType="OMEX"/>
  </we:alternateReferences>
  <we:properties>
    <we:property name="pptInsertionSessionID" value="&quot;8F957189-A0EA-427F-8D88-ACD0DAF6D1F7&quot;"/>
    <we:property name="reportUrl" value="&quot;/groups/me/reports/9f164b44-f5ca-47f3-9b03-659bbf0a9e3d/c75d9356f6e1e8846e2e?bookmarkGuid=6d23095e-46d1-4132-b54e-d7f6b67f4f6c&amp;bookmarkUsage=1&amp;ctid=59d4f249-0520-46cf-b6b2-873d5da543fe&amp;fromEntryPoint=export&quot;"/>
    <we:property name="reportName" value="&quot;relatório financials&quot;"/>
    <we:property name="reportState" value="&quot;CONNECTED&quot;"/>
    <we:property name="embedUrl" value="&quot;/reportEmbed?reportId=9f164b44-f5ca-47f3-9b03-659bbf0a9e3d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pageName" value="&quot;c75d9356f6e1e8846e2e&quot;"/>
    <we:property name="pageDisplayName" value="&quot;Página 2&quot;"/>
    <we:property name="datasetId" value="&quot;9eccced9-02ce-4782-8adc-d63cca8aef2a&quot;"/>
    <we:property name="backgroundColor" value="&quot;#FFFFFF&quot;"/>
    <we:property name="bookmark" value="&quot;H4sIAAAAAAAAA+1XzW7bMAx+lUDnYLAT/6W3Lu2wAd1QLFsvQw60RKcqVMmT5SxZkRfaa+zFStnu35K2Q1esWbuTJYom+fGjROmMCVmVCpYf4BTZDnunheQgjO2FrM90K4Q4jPPhMErTtIiSLEpjPqRVUzppdMV2zpgDO0N3JKsalLdEwi/TPgOlDmHmZwWoCvusRFsZDUp+x1aZlpytcdVnuCiVseBNThw49GbnpE5zCiF85T0Cd3KOE+SulfI0FqNhnBQJhphlUYIDJLWqVWgi26jiTTfux0Y7kJrceBkkg5hnKRLUYJTxIM/ywssrqWeqC/jq30/L0ifH4cLlZuHzkZ+QY29ptSJA0ShEEIIHCUSjCHlYIPi/C6lc5zBf7i9KS7miDLbWdsUcNEfBmoRYrFr8Z2x3NrM4A9dN928sjo2qTzfIJ6a2HD9ig2JfO+mW5KOQmnxIn3wf56E1REuzMgGFrfBNrbskB356bL6NLRIrwgumJLkzJxys6JZupIUmVqB9vWwg70l7weSg/0vkTwmX8JEo4UIEAYxElqVxmuWxyIItp++zlq7qTYwSL4fDuzC3RI6iPMoxDAQOiijN4jjF5F4ix5SnmbF0Fqo1Lh8r9LGptbNLtk5Of0sKioaFdI9QTKXE8TFYt9WldBva1fSi85DGybXe0hVJG/7jV8W0aSP5QKRJEAURp1YWxSEU+Z+V71uJFiw/Xh7gHNV6wJfr60sXYR6BlW2nbsA9EHR35bg0xm7kYc/fAbzatXi68ddaQk9gT4CD1lQHhb3/+aP61/ZT+KB4nzOLu9psIPH+jqXqirYEipaujQfO/fv4BST2eYPszoD29CyCAS8iCEYiHgZ8mAzoVv6/+f/dx8BvbMutugfc+ix4umtAU8tXGWOnSO9tPzC1q0rgeAgaG/9la0Jio0dlA1p4opqx9d8DSWy0PB2Bqj1FzeucNW4ab+dlFgEGFhAAAA==&quot;"/>
    <we:property name="initialStateBookmark" value="&quot;H4sIAAAAAAAAA+1XS27bMBC9SsC1UUi2JMvZOY6LFvkibrMpjGJEjhwGDKlSlGs38IV6jV6sJKX8aicu0qBxk65EDkfzeW/IIS8J42UhYH4IF0i2yXvJOAWm9FZIWkTWwp2jo72D/sne58P+wdCKVWG4kiXZviQG9ATNKS8rEM6EFX4atwgIcQwTN8tBlNgiBepSSRD8G9bKdsnoChctgrNCKA3O5MiAQWd2atXt3PoO33SsR6CGT3GE1NRS2o1ZrxMneYIhpmmUYButWlkr+MhWqjjT3v1ASQNcWjdOBkk7pmkXO50o6KU0yNIsd/KSy4loAr7598O8cKgYnJlMzRwe2bl17CwtFjahqBciMEaDBKJehDTMEdzfORemcZjNh7NCW6wsgrW1PpuCpMiIB0RjWed/SfqTicYJmGY6vLM4UKK6WCEfqUpTPEGfxVAabubWR86l9cEd+C7OY60sLX5lBAJr4dtKNiAHbnqmvg40WlaYE4yt5EFMKGjWLN2BxU40Q70z9ynvcn3FZLv1S+TPma7Nz4oSylgQQI+laTfuplnM0mDD6fsouSm3Rkqw18PhQznXRPaiLMowDBi286ibxnEXk7VEDixOE6XtISiWuHyq0AeqkkbPyTI5rQ0pKDvMuXmCYio4Ds5Am40upfuyXYyvOo/VOL/VW5oiqcN/+qoY+zaStVk3CaIgoraVRXEIefZn5fuOowZNz+b7OEWxHPD1+vLSVZinoHndqX1yj0y6uWtcGyN3cNh1dwCndiueZvyl4rDFcIuBgdpUkwo5+PG9/Nf2U/ioeF8yi32pVpC4vmOJqrRbAllN18oDZ/0+fgXAvuwkmzOgPj3zoE3zCIIeizsB7SRteyv/3/z/7mPgN7blRt0D7n0WPN81wNfyDWLkAu172w1UZcoCKB6DRO+/qE1w9Hq2bEAyR5Qfa/fd55aNmqdTEJWjyL/OiXdiqeOZwDU/uDc78WH56H4COAXTwT8QAAA=&quot;"/>
    <we:property name="isFiltersActionButtonVisible" value="true"/>
    <we:property name="isVisualContainerHeaderHidden" value="false"/>
    <we:property name="reportEmbeddedTime" value="&quot;2026-02-05T00:14:43.202Z&quot;"/>
    <we:property name="creatorTenantId" value="&quot;59d4f249-0520-46cf-b6b2-873d5da543fe&quot;"/>
    <we:property name="creatorUserId" value="&quot;10032003F1CA34DC&quot;"/>
    <we:property name="creatorSessionId" value="&quot;ed68abaa-a022-4d6b-a96c-cf141747457b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194C9FD-8C28-42DF-82EC-EC2665ED0580}">
  <we:reference id="wa200003233" version="2.0.0.3" store="pt-BR" storeType="OMEX"/>
  <we:alternateReferences>
    <we:reference id="WA200003233" version="2.0.0.3" store="WA200003233" storeType="OMEX"/>
  </we:alternateReferences>
  <we:properties>
    <we:property name="pptInsertionSessionID" value="&quot;8F957189-A0EA-427F-8D88-ACD0DAF6D1F7&quot;"/>
    <we:property name="reportUrl" value="&quot;/groups/me/reports/9f164b44-f5ca-47f3-9b03-659bbf0a9e3d/971529be12ac17660bc1?bookmarkGuid=068f57dc-f678-41d8-9500-961443a2d6e1&amp;bookmarkUsage=1&amp;ctid=59d4f249-0520-46cf-b6b2-873d5da543fe&amp;fromEntryPoint=export&quot;"/>
    <we:property name="reportName" value="&quot;relatório financials&quot;"/>
    <we:property name="reportState" value="&quot;CONNECTED&quot;"/>
    <we:property name="embedUrl" value="&quot;/reportEmbed?reportId=9f164b44-f5ca-47f3-9b03-659bbf0a9e3d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pageName" value="&quot;971529be12ac17660bc1&quot;"/>
    <we:property name="pageDisplayName" value="&quot;Página 3&quot;"/>
    <we:property name="datasetId" value="&quot;9eccced9-02ce-4782-8adc-d63cca8aef2a&quot;"/>
    <we:property name="backgroundColor" value="&quot;#FFFFFF&quot;"/>
    <we:property name="bookmark" value="&quot;H4sIAAAAAAAAA+1WTW/UMBD9K5XPK7RJmq/eyrJISAhVBHpBexjH49SV144cp+xS5b8zdra0XSHgwEcF5BL7zWTmzfjZ8S0Taug17N/AFtkZe2WEakFYd5KwBTMzWEneijypUqyhLKGuijInq+29smZgZ7fMg+vQX6phBB0iEfhhs2Cg9QV0YSZBD7hgPbrBGtDqE87OZPJuxGnBcNdr6yCEbDx4DGFvyJ3mRCF5llFGaL26wQZbP6N1meRpzTFJoU3KoljyNtAeZofI7KsuIXRMv7LGgzKUJmBJzk9FXomsrDFreQGiWgZcKu0PLny/3vWOqqOa931ozoq4dtZR1zSLVTgcZtK3bGX1uI2j9SO8saNr8S3KaDJe+T1FksqAaVVoykQNuXCW2hUtKzsa7/YRvrIfVw4pqWBny2nxhce5uKGvCT0mcd51Djvwh+n6lzB8b5QfThqrRbS8HM1hjZZPl3MDGofv090QMijT6YNk79Xzbq5iC33YDfyaZBdEMt0JlXJdP5DiQSn7qJ6fL43NFEwyl1W1zEpep0mSFkLm+F/DP8aQhlL5v00QrYCsxjorK07n32kLILInIYgGuy0a/y8Iole4ugLnj1VhnUD3fF7/F8rd/dfSxRHxP1rttPmd8r1XxSzfRHIpJc9O6RxLi4Iv0zJeDb7Zb487z+3ucbvj8xBhW6RbSxjY0Q89tHgBBmM1/UxIYfQj6YERYa3j2IX3a0W7Z059CXoMWeMdh8U0gfv0Gcaim6NcCQAA&quot;"/>
    <we:property name="initialStateBookmark" value="&quot;H4sIAAAAAAAAA+1WTW/bMAz9K4XOwRDbSZzklnoZMHRtg2btZQgGyqJdFYpkyHKWLPB/HyWnaxsM6w77KLb5YumRJh+pJ1l7JmRdKdhdwBrZlL3VQuYgjD2JWI/pDjy9vDw7n12dfbyYnc8JNpWTRtdsumcObInuRtYNKB+CwA+rHgOlFlD6WQGqxh6r0NZGg5KfsXMmk7MNtj2G20oZCz7k0oFDH3ZD7jSn3NGrhDJC7uQGl5i7Dp2k0TCecIxiyKN0NOrz3POtO4fA7JsuPnRInxntQGpK47FoyAdiOBZJOsEk5yMQ477HC6ncwYXv5tvKUnVU867yXcmIa2kstUuxUIXFuiO9Z5lRzTqM5k/wpWlsjldYBJN20u0oUiE16Fz6prTUkIU11K5gyUyjnd0F+NZ8yixSUsGm/bb3lcdMbOhrQo9JzMrSYgnuMJ3/EobXWrr6ZGmUCJY3jT6sUf/lcl6Cwvp5uitCaqlLdZDsg3red1WsofK7gd+R7LxI2nuhUq67R1I8KGUX1PPzpbFqvakYFuNxP0n5JI6ieCSKIf7X8I8xpGEh3d8miFxAMsFJko45nX+DHEAkL0IQSyzXqN2/IIhKYnYL1h2rwliB9rRb/9fS3v/X4t4R8T9abbv6nfJ9UEUn36jgRVHwZEDnWDwa8X6chqvBd/vtcOu42T5td3geI2yNdGvxA9O4uoIcF6AxVFN1hCQGP5IeaOHXOoytf7+TtHu61DegGp813HFYSEJsJFf4zAf+5sMCLV9r+wU1wVfEhQkAAA==&quot;"/>
    <we:property name="isFiltersActionButtonVisible" value="true"/>
    <we:property name="isVisualContainerHeaderHidden" value="false"/>
    <we:property name="reportEmbeddedTime" value="&quot;2026-02-05T00:15:00.666Z&quot;"/>
    <we:property name="creatorTenantId" value="&quot;59d4f249-0520-46cf-b6b2-873d5da543fe&quot;"/>
    <we:property name="creatorUserId" value="&quot;10032003F1CA34DC&quot;"/>
    <we:property name="creatorSessionId" value="&quot;f1b23745-8036-4e24-bba3-e257609945e2&quot;"/>
    <we:property name="artifactViewState" value="&quot;liv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Diogo Melo Ferraz</cp:lastModifiedBy>
  <cp:revision>3</cp:revision>
  <dcterms:created xsi:type="dcterms:W3CDTF">2018-06-07T21:39:02Z</dcterms:created>
  <dcterms:modified xsi:type="dcterms:W3CDTF">2026-02-05T00:16:07Z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